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50" d="100"/>
          <a:sy n="50" d="100"/>
        </p:scale>
        <p:origin x="54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3420DF-744A-089B-DB4E-88038DFD06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0F8BBC-7538-20D7-6848-A345628BFD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7CF713-4C0F-5FDE-58FE-65DFAF5C7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E7E3-FF03-4862-9F47-D3BD8DB0AFCD}" type="datetimeFigureOut">
              <a:rPr lang="es-VE" smtClean="0"/>
              <a:t>11/10/2026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431BB3-1E7B-02AF-020F-6F9F9A0AC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5FB187-524B-875D-43FE-B13BAA286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9D2A-67C8-4D3A-B115-D688452C7F9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262153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D6CE30-3E10-7282-646D-5609E4D60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B51EB2-AA62-160E-0501-C0B713B03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5A8A7B-C626-1FAD-30CE-88E316BAA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E7E3-FF03-4862-9F47-D3BD8DB0AFCD}" type="datetimeFigureOut">
              <a:rPr lang="es-VE" smtClean="0"/>
              <a:t>11/10/2026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4E84A5-FDB7-257B-1A2B-A764CD2C3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CB5B24-B1C1-6CC0-CA47-5C66F3ED6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9D2A-67C8-4D3A-B115-D688452C7F9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48840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F19D5A-299F-C286-6A57-18A68B5F6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A607D3-FEE3-DE27-6B69-98D32C187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D80BF9-EB68-0499-105B-88009524C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E7E3-FF03-4862-9F47-D3BD8DB0AFCD}" type="datetimeFigureOut">
              <a:rPr lang="es-VE" smtClean="0"/>
              <a:t>11/10/2026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DB9076-D6F1-1D95-93C3-494918581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F34C83-6B4A-2EEE-B0D2-A2952825A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9D2A-67C8-4D3A-B115-D688452C7F9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860003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6423FE-5624-024E-57FE-003081D11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C2443E-4063-95F9-A8CC-FF170A331C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5F7CC61-EC94-F3C3-7DE1-6ECD0B4C76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F0FC50D-9DA1-C976-8CFC-8658EF7BC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E7E3-FF03-4862-9F47-D3BD8DB0AFCD}" type="datetimeFigureOut">
              <a:rPr lang="es-VE" smtClean="0"/>
              <a:t>11/10/2026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9B6E3A-7F66-E907-13F5-9D97D0710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3932BB-5C44-C4F0-F7E1-8927E8170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9D2A-67C8-4D3A-B115-D688452C7F9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56267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598BC-EC68-1F8C-7B2C-9DA2CDFEB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2D61C6-B3E0-4E29-8CD2-AD0A85274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6D378F-CC44-3EB5-7A8A-DD779C8994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1ECF7E2-E9A9-68F7-3299-E5E20D043A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18DE30F-934B-DE18-4625-E13B424A32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7B3ADCF-1B5F-8AEC-CAD0-D065644AA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E7E3-FF03-4862-9F47-D3BD8DB0AFCD}" type="datetimeFigureOut">
              <a:rPr lang="es-VE" smtClean="0"/>
              <a:t>11/10/2026</a:t>
            </a:fld>
            <a:endParaRPr lang="es-V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35CEF1B-FAC1-65BB-A6F7-89483EB80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41169EC-13A3-CD36-2EDB-1DD74636F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9D2A-67C8-4D3A-B115-D688452C7F9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868879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319F62-EBE1-A3FC-017F-CAE6EAC71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D8EF836-AAF3-B802-35D9-E465200C9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E7E3-FF03-4862-9F47-D3BD8DB0AFCD}" type="datetimeFigureOut">
              <a:rPr lang="es-VE" smtClean="0"/>
              <a:t>11/10/2026</a:t>
            </a:fld>
            <a:endParaRPr lang="es-V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A7EB87D-C179-12CA-2C2A-848DF29F4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6DB5F75-4FCC-A135-5C6A-DC029FDF3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9D2A-67C8-4D3A-B115-D688452C7F9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046654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5842864-4F35-0A3D-60EE-C1F750A2D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E7E3-FF03-4862-9F47-D3BD8DB0AFCD}" type="datetimeFigureOut">
              <a:rPr lang="es-VE" smtClean="0"/>
              <a:t>11/10/2026</a:t>
            </a:fld>
            <a:endParaRPr lang="es-V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72653F9-2CA2-9065-D7C3-3F98CEAB0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E49131-7D62-08C8-9D6F-43DE82DA2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9D2A-67C8-4D3A-B115-D688452C7F9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16889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887A73-4B24-B760-D4A6-1A6EFD5A3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3B36A8-D85B-371D-D2FD-E85D4EF87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7E13106-6B07-154E-DF2C-26CD74C3C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2A0231-0D69-5D07-8911-7E3AA6637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E7E3-FF03-4862-9F47-D3BD8DB0AFCD}" type="datetimeFigureOut">
              <a:rPr lang="es-VE" smtClean="0"/>
              <a:t>11/10/2026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E08B791-BAC3-A1CE-804A-A82010F7D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21A03D-3CFB-B865-146A-3FC18575D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9D2A-67C8-4D3A-B115-D688452C7F9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868500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B37B74-6AD3-585C-1849-16BA39249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C092447-752D-381B-2079-2BB51FA102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75CD38E-FFD2-42FC-9E21-68818E3D7B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F70FB0D-1120-833F-A615-E1F7B1B6B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E7E3-FF03-4862-9F47-D3BD8DB0AFCD}" type="datetimeFigureOut">
              <a:rPr lang="es-VE" smtClean="0"/>
              <a:t>11/10/2026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EB85233-044C-DE0A-1180-3D1E0C3D7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17EAF06-3CEE-D29C-60FD-F49FCCD32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9D2A-67C8-4D3A-B115-D688452C7F9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81528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0EDAE9-9954-C29E-488E-542069B95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B7A55A8-BD1C-4EFB-CDBA-CD260CE49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AC96F3-0622-86CC-BDAB-6F9B5A0DB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E7E3-FF03-4862-9F47-D3BD8DB0AFCD}" type="datetimeFigureOut">
              <a:rPr lang="es-VE" smtClean="0"/>
              <a:t>11/10/2026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F2D32F-AA03-DDD6-BBE5-DAE9A1C8F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DB0A3A-36DE-5E43-4F5D-96D53D262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9D2A-67C8-4D3A-B115-D688452C7F9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73679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3E0B18-BF41-4C90-C3EC-E70C0265A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ACB2C79-F924-F1E8-E63C-95204B625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0A6248-AE86-208F-7797-2DBC8F245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E7E3-FF03-4862-9F47-D3BD8DB0AFCD}" type="datetimeFigureOut">
              <a:rPr lang="es-VE" smtClean="0"/>
              <a:t>11/10/2026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ACB31E-F1A8-BEC4-634D-F05FBE6A0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A5F082-58A5-FA9C-AA40-B240C84C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9D2A-67C8-4D3A-B115-D688452C7F9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258771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59467CE-625C-4CA6-B127-FCA91235B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79752E-D013-C519-93E3-F5BA2D20A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595B7D-003E-F2C5-1819-FC10C212CA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2E7E3-FF03-4862-9F47-D3BD8DB0AFCD}" type="datetimeFigureOut">
              <a:rPr lang="es-VE" smtClean="0"/>
              <a:t>11/10/2026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11FD43-3B93-D3A1-0E64-780FF18B90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4BCA3F-1CF2-BA10-C761-EAD34E539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989D2A-67C8-4D3A-B115-D688452C7F9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684396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3032E8C-E913-3232-5E14-6C7EF8E7E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0" y="92623"/>
            <a:ext cx="5429250" cy="297146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AE74511-292A-8130-414E-E427A0011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622"/>
            <a:ext cx="5429250" cy="297146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C603ED9-0D02-D8F6-DA33-2965D32D4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1955" y="3064084"/>
            <a:ext cx="4982182" cy="272677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01A4D83-4616-29FC-7530-61C2045F5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5032" y="3064084"/>
            <a:ext cx="4634114" cy="253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3902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User</dc:creator>
  <cp:lastModifiedBy>User</cp:lastModifiedBy>
  <cp:revision>1</cp:revision>
  <dcterms:created xsi:type="dcterms:W3CDTF">2026-10-11T13:45:22Z</dcterms:created>
  <dcterms:modified xsi:type="dcterms:W3CDTF">2026-10-11T13:45:33Z</dcterms:modified>
</cp:coreProperties>
</file>